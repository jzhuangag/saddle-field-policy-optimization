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73" r:id="rId3"/>
  </p:sldIdLst>
  <p:sldSz cx="9144000" cy="6858000" type="screen4x3"/>
  <p:notesSz cx="7099300" cy="10234295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3" userDrawn="1">
          <p15:clr>
            <a:srgbClr val="A4A3A4"/>
          </p15:clr>
        </p15:guide>
        <p15:guide id="2" pos="274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谭 源正" initials="谭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D9D9D9"/>
    <a:srgbClr val="F30BDB"/>
    <a:srgbClr val="C455DB"/>
    <a:srgbClr val="015627"/>
    <a:srgbClr val="549E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876" y="48"/>
      </p:cViewPr>
      <p:guideLst>
        <p:guide orient="horz" pos="2223"/>
        <p:guide pos="27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94.xml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362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254"/>
            <a:ext cx="5679440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07976" y="959644"/>
            <a:ext cx="8528050" cy="2470556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4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307976" y="3815098"/>
            <a:ext cx="8528049" cy="1707020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3341" y="1470024"/>
            <a:ext cx="2160000" cy="3867150"/>
          </a:xfrm>
        </p:spPr>
        <p:txBody>
          <a:bodyPr wrap="square" anchor="ctr">
            <a:normAutofit/>
          </a:bodyPr>
          <a:lstStyle>
            <a:lvl1pPr algn="ctr">
              <a:defRPr sz="5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15975" y="3627833"/>
            <a:ext cx="7512050" cy="1839517"/>
          </a:xfrm>
        </p:spPr>
        <p:txBody>
          <a:bodyPr wrap="square" anchor="t">
            <a:normAutofit/>
          </a:bodyPr>
          <a:lstStyle>
            <a:lvl1pPr algn="ctr">
              <a:defRPr sz="42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815975" y="1092201"/>
            <a:ext cx="7512050" cy="2196305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8000" b="1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018" y="1880550"/>
            <a:ext cx="3886200" cy="36099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734878" y="1880550"/>
            <a:ext cx="3886200" cy="36099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100" y="1127250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20780" y="1884360"/>
            <a:ext cx="3868340" cy="405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20780" y="2407016"/>
            <a:ext cx="3868340" cy="3096291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733449" y="1873406"/>
            <a:ext cx="3887391" cy="405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733449" y="2396063"/>
            <a:ext cx="3887391" cy="3096291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8650" y="1127250"/>
            <a:ext cx="7886700" cy="436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100" y="1127250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>
                <a:solidFill>
                  <a:schemeClr val="tx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494" y="1829276"/>
            <a:ext cx="8100060" cy="431959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55601" y="1225550"/>
            <a:ext cx="8432800" cy="22237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4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355601" y="3810049"/>
            <a:ext cx="8432799" cy="1739852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21100" y="112725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21018" y="1880711"/>
            <a:ext cx="8099584" cy="360997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21018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565583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2" Type="http://schemas.openxmlformats.org/officeDocument/2006/relationships/slideLayout" Target="../slideLayouts/slideLayout2.xml"/><Relationship Id="rId51" Type="http://schemas.openxmlformats.org/officeDocument/2006/relationships/tags" Target="../tags/tag93.xml"/><Relationship Id="rId50" Type="http://schemas.openxmlformats.org/officeDocument/2006/relationships/image" Target="../media/image18.png"/><Relationship Id="rId5" Type="http://schemas.openxmlformats.org/officeDocument/2006/relationships/tags" Target="../tags/tag61.xml"/><Relationship Id="rId49" Type="http://schemas.openxmlformats.org/officeDocument/2006/relationships/image" Target="../media/image17.png"/><Relationship Id="rId48" Type="http://schemas.openxmlformats.org/officeDocument/2006/relationships/image" Target="../media/image16.png"/><Relationship Id="rId47" Type="http://schemas.openxmlformats.org/officeDocument/2006/relationships/image" Target="../media/image15.png"/><Relationship Id="rId46" Type="http://schemas.openxmlformats.org/officeDocument/2006/relationships/tags" Target="../tags/tag92.xml"/><Relationship Id="rId45" Type="http://schemas.openxmlformats.org/officeDocument/2006/relationships/image" Target="../media/image14.png"/><Relationship Id="rId44" Type="http://schemas.openxmlformats.org/officeDocument/2006/relationships/tags" Target="../tags/tag91.xml"/><Relationship Id="rId43" Type="http://schemas.openxmlformats.org/officeDocument/2006/relationships/tags" Target="../tags/tag90.xml"/><Relationship Id="rId42" Type="http://schemas.openxmlformats.org/officeDocument/2006/relationships/tags" Target="../tags/tag89.xml"/><Relationship Id="rId41" Type="http://schemas.openxmlformats.org/officeDocument/2006/relationships/tags" Target="../tags/tag88.xml"/><Relationship Id="rId40" Type="http://schemas.openxmlformats.org/officeDocument/2006/relationships/tags" Target="../tags/tag87.xml"/><Relationship Id="rId4" Type="http://schemas.openxmlformats.org/officeDocument/2006/relationships/image" Target="../media/image4.png"/><Relationship Id="rId39" Type="http://schemas.openxmlformats.org/officeDocument/2006/relationships/tags" Target="../tags/tag86.xml"/><Relationship Id="rId38" Type="http://schemas.openxmlformats.org/officeDocument/2006/relationships/image" Target="../media/image13.png"/><Relationship Id="rId37" Type="http://schemas.openxmlformats.org/officeDocument/2006/relationships/tags" Target="../tags/tag85.xml"/><Relationship Id="rId36" Type="http://schemas.openxmlformats.org/officeDocument/2006/relationships/tags" Target="../tags/tag84.xml"/><Relationship Id="rId35" Type="http://schemas.openxmlformats.org/officeDocument/2006/relationships/tags" Target="../tags/tag83.xml"/><Relationship Id="rId34" Type="http://schemas.openxmlformats.org/officeDocument/2006/relationships/tags" Target="../tags/tag82.xml"/><Relationship Id="rId33" Type="http://schemas.openxmlformats.org/officeDocument/2006/relationships/tags" Target="../tags/tag81.xml"/><Relationship Id="rId32" Type="http://schemas.openxmlformats.org/officeDocument/2006/relationships/image" Target="../media/image12.png"/><Relationship Id="rId31" Type="http://schemas.openxmlformats.org/officeDocument/2006/relationships/image" Target="../media/image11.png"/><Relationship Id="rId30" Type="http://schemas.openxmlformats.org/officeDocument/2006/relationships/tags" Target="../tags/tag80.xml"/><Relationship Id="rId3" Type="http://schemas.openxmlformats.org/officeDocument/2006/relationships/image" Target="../media/image3.png"/><Relationship Id="rId29" Type="http://schemas.openxmlformats.org/officeDocument/2006/relationships/tags" Target="../tags/tag79.xml"/><Relationship Id="rId28" Type="http://schemas.openxmlformats.org/officeDocument/2006/relationships/image" Target="../media/image10.png"/><Relationship Id="rId27" Type="http://schemas.openxmlformats.org/officeDocument/2006/relationships/tags" Target="../tags/tag78.xml"/><Relationship Id="rId26" Type="http://schemas.openxmlformats.org/officeDocument/2006/relationships/tags" Target="../tags/tag77.xml"/><Relationship Id="rId25" Type="http://schemas.openxmlformats.org/officeDocument/2006/relationships/tags" Target="../tags/tag76.xml"/><Relationship Id="rId24" Type="http://schemas.openxmlformats.org/officeDocument/2006/relationships/tags" Target="../tags/tag75.xml"/><Relationship Id="rId23" Type="http://schemas.openxmlformats.org/officeDocument/2006/relationships/image" Target="../media/image9.png"/><Relationship Id="rId22" Type="http://schemas.openxmlformats.org/officeDocument/2006/relationships/image" Target="../media/image8.png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image" Target="../media/image2.png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image" Target="../media/image7.png"/><Relationship Id="rId15" Type="http://schemas.openxmlformats.org/officeDocument/2006/relationships/tags" Target="../tags/tag69.xml"/><Relationship Id="rId14" Type="http://schemas.openxmlformats.org/officeDocument/2006/relationships/image" Target="../media/image6.png"/><Relationship Id="rId13" Type="http://schemas.openxmlformats.org/officeDocument/2006/relationships/tags" Target="../tags/tag68.xml"/><Relationship Id="rId12" Type="http://schemas.openxmlformats.org/officeDocument/2006/relationships/image" Target="../media/image5.png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6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9790" y="926465"/>
            <a:ext cx="1516380" cy="28194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405" y="2835910"/>
            <a:ext cx="998220" cy="37592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470" y="2467610"/>
            <a:ext cx="478155" cy="30035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4697095" y="2391410"/>
            <a:ext cx="42246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Communication-aware Lyapunov merit</a:t>
            </a:r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3286760"/>
            <a:ext cx="671830" cy="328930"/>
          </a:xfrm>
          <a:prstGeom prst="rect">
            <a:avLst/>
          </a:prstGeom>
        </p:spPr>
      </p:pic>
      <p:sp>
        <p:nvSpPr>
          <p:cNvPr id="254" name="矩形: 圆角 19"/>
          <p:cNvSpPr/>
          <p:nvPr>
            <p:custDataLst>
              <p:tags r:id="rId5"/>
            </p:custDataLst>
          </p:nvPr>
        </p:nvSpPr>
        <p:spPr>
          <a:xfrm>
            <a:off x="46355" y="708025"/>
            <a:ext cx="3353435" cy="2028190"/>
          </a:xfrm>
          <a:prstGeom prst="roundRect">
            <a:avLst/>
          </a:prstGeom>
          <a:noFill/>
          <a:ln w="190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-32385" y="822325"/>
            <a:ext cx="3835400" cy="476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wireless environment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7" name="组合 336"/>
          <p:cNvGrpSpPr/>
          <p:nvPr>
            <p:custDataLst>
              <p:tags r:id="rId7"/>
            </p:custDataLst>
          </p:nvPr>
        </p:nvGrpSpPr>
        <p:grpSpPr>
          <a:xfrm rot="755441" flipH="1">
            <a:off x="2475230" y="1869440"/>
            <a:ext cx="346710" cy="400685"/>
            <a:chOff x="6029925" y="1432885"/>
            <a:chExt cx="414284" cy="422983"/>
          </a:xfrm>
        </p:grpSpPr>
        <p:sp>
          <p:nvSpPr>
            <p:cNvPr id="338" name="弧形 337"/>
            <p:cNvSpPr/>
            <p:nvPr>
              <p:custDataLst>
                <p:tags r:id="rId8"/>
              </p:custDataLst>
            </p:nvPr>
          </p:nvSpPr>
          <p:spPr>
            <a:xfrm>
              <a:off x="6084169" y="1484784"/>
              <a:ext cx="307520" cy="310494"/>
            </a:xfrm>
            <a:prstGeom prst="arc">
              <a:avLst>
                <a:gd name="adj1" fmla="val 16127717"/>
                <a:gd name="adj2" fmla="val 2145500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b="1">
                <a:latin typeface="Arial Black" panose="020B0A04020102020204" pitchFamily="34" charset="0"/>
              </a:endParaRPr>
            </a:p>
          </p:txBody>
        </p:sp>
        <p:sp>
          <p:nvSpPr>
            <p:cNvPr id="339" name="弧形 338"/>
            <p:cNvSpPr/>
            <p:nvPr>
              <p:custDataLst>
                <p:tags r:id="rId9"/>
              </p:custDataLst>
            </p:nvPr>
          </p:nvSpPr>
          <p:spPr>
            <a:xfrm>
              <a:off x="6116983" y="1536363"/>
              <a:ext cx="220080" cy="182332"/>
            </a:xfrm>
            <a:prstGeom prst="arc">
              <a:avLst>
                <a:gd name="adj1" fmla="val 16429163"/>
                <a:gd name="adj2" fmla="val 20991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b="1">
                <a:latin typeface="Arial Black" panose="020B0A04020102020204" pitchFamily="34" charset="0"/>
              </a:endParaRPr>
            </a:p>
          </p:txBody>
        </p:sp>
        <p:sp>
          <p:nvSpPr>
            <p:cNvPr id="340" name="弧形 339"/>
            <p:cNvSpPr/>
            <p:nvPr>
              <p:custDataLst>
                <p:tags r:id="rId10"/>
              </p:custDataLst>
            </p:nvPr>
          </p:nvSpPr>
          <p:spPr>
            <a:xfrm>
              <a:off x="6029925" y="1432885"/>
              <a:ext cx="414284" cy="422983"/>
            </a:xfrm>
            <a:prstGeom prst="arc">
              <a:avLst>
                <a:gd name="adj1" fmla="val 16274048"/>
                <a:gd name="adj2" fmla="val 21530815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b="1">
                <a:latin typeface="Arial Black" panose="020B0A04020102020204" pitchFamily="34" charset="0"/>
              </a:endParaRPr>
            </a:p>
          </p:txBody>
        </p:sp>
      </p:grpSp>
      <p:pic>
        <p:nvPicPr>
          <p:cNvPr id="5" name="图片 4" descr="基站 (1)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55930" y="1985010"/>
            <a:ext cx="751840" cy="751840"/>
          </a:xfrm>
          <a:prstGeom prst="rect">
            <a:avLst/>
          </a:prstGeom>
        </p:spPr>
      </p:pic>
      <p:pic>
        <p:nvPicPr>
          <p:cNvPr id="6" name="图片 5" descr="基站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04875" y="1278255"/>
            <a:ext cx="749300" cy="749300"/>
          </a:xfrm>
          <a:prstGeom prst="rect">
            <a:avLst/>
          </a:prstGeom>
        </p:spPr>
      </p:pic>
      <p:pic>
        <p:nvPicPr>
          <p:cNvPr id="7" name="图片 6" descr="接收器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18410" y="1961515"/>
            <a:ext cx="532765" cy="532765"/>
          </a:xfrm>
          <a:prstGeom prst="rect">
            <a:avLst/>
          </a:prstGeom>
        </p:spPr>
      </p:pic>
      <p:sp>
        <p:nvSpPr>
          <p:cNvPr id="517" name="TextBox 130"/>
          <p:cNvSpPr txBox="1"/>
          <p:nvPr>
            <p:custDataLst>
              <p:tags r:id="rId17"/>
            </p:custDataLst>
          </p:nvPr>
        </p:nvSpPr>
        <p:spPr>
          <a:xfrm>
            <a:off x="124460" y="1416050"/>
            <a:ext cx="1025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/>
            </a:lvl1pPr>
          </a:lstStyle>
          <a:p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Jammer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130"/>
          <p:cNvSpPr txBox="1"/>
          <p:nvPr>
            <p:custDataLst>
              <p:tags r:id="rId18"/>
            </p:custDataLst>
          </p:nvPr>
        </p:nvSpPr>
        <p:spPr>
          <a:xfrm>
            <a:off x="46355" y="2205355"/>
            <a:ext cx="644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/>
            </a:lvl1pPr>
          </a:lstStyle>
          <a:p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Tx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130"/>
          <p:cNvSpPr txBox="1"/>
          <p:nvPr>
            <p:custDataLst>
              <p:tags r:id="rId19"/>
            </p:custDataLst>
          </p:nvPr>
        </p:nvSpPr>
        <p:spPr>
          <a:xfrm>
            <a:off x="2555875" y="1666240"/>
            <a:ext cx="644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/>
            </a:lvl1pPr>
          </a:lstStyle>
          <a:p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Rx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/>
          <p:cNvCxnSpPr>
            <a:stCxn id="6" idx="3"/>
          </p:cNvCxnSpPr>
          <p:nvPr>
            <p:custDataLst>
              <p:tags r:id="rId20"/>
            </p:custDataLst>
          </p:nvPr>
        </p:nvCxnSpPr>
        <p:spPr>
          <a:xfrm>
            <a:off x="1654260" y="1652600"/>
            <a:ext cx="694055" cy="416560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1" name="直接箭头连接符 10"/>
          <p:cNvCxnSpPr/>
          <p:nvPr>
            <p:custDataLst>
              <p:tags r:id="rId21"/>
            </p:custDataLst>
          </p:nvPr>
        </p:nvCxnSpPr>
        <p:spPr>
          <a:xfrm flipV="1">
            <a:off x="1234525" y="2361895"/>
            <a:ext cx="1140460" cy="129540"/>
          </a:xfrm>
          <a:prstGeom prst="straightConnector1">
            <a:avLst/>
          </a:prstGeom>
          <a:noFill/>
          <a:ln w="19050" cap="flat" cmpd="sng" algn="ctr">
            <a:solidFill>
              <a:srgbClr val="549E39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34440" y="3867150"/>
            <a:ext cx="1283970" cy="727075"/>
          </a:xfrm>
          <a:prstGeom prst="rect">
            <a:avLst/>
          </a:prstGeom>
        </p:spPr>
      </p:pic>
      <p:sp>
        <p:nvSpPr>
          <p:cNvPr id="229" name="矩形 228"/>
          <p:cNvSpPr/>
          <p:nvPr/>
        </p:nvSpPr>
        <p:spPr>
          <a:xfrm>
            <a:off x="46355" y="3204210"/>
            <a:ext cx="3783330" cy="3002280"/>
          </a:xfrm>
          <a:prstGeom prst="rect">
            <a:avLst/>
          </a:prstGeom>
          <a:noFill/>
          <a:ln w="19050" cmpd="sng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9"/>
          <p:cNvSpPr/>
          <p:nvPr/>
        </p:nvSpPr>
        <p:spPr>
          <a:xfrm>
            <a:off x="124460" y="3324225"/>
            <a:ext cx="3608070" cy="130810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" name="文本框 14"/>
          <p:cNvSpPr txBox="1"/>
          <p:nvPr/>
        </p:nvSpPr>
        <p:spPr>
          <a:xfrm>
            <a:off x="561975" y="3321685"/>
            <a:ext cx="2298065" cy="476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Transmitter </a:t>
            </a:r>
            <a:r>
              <a:rPr lang="en-US" altLang="zh-CN" sz="2000" b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endParaRPr lang="en-US" altLang="zh-CN" sz="2000" b="1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30"/>
          <p:cNvSpPr txBox="1"/>
          <p:nvPr/>
        </p:nvSpPr>
        <p:spPr>
          <a:xfrm>
            <a:off x="720725" y="3572510"/>
            <a:ext cx="2244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/>
            </a:lvl1pPr>
          </a:lstStyle>
          <a:p>
            <a:r>
              <a:rPr lang="en-US" altLang="zh-CN" sz="18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(channel selection)</a:t>
            </a:r>
            <a:endParaRPr lang="en-US" altLang="zh-CN" sz="18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9"/>
          <p:cNvSpPr/>
          <p:nvPr/>
        </p:nvSpPr>
        <p:spPr>
          <a:xfrm>
            <a:off x="126365" y="4727575"/>
            <a:ext cx="3608070" cy="130810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0" name="文本框 19"/>
          <p:cNvSpPr txBox="1"/>
          <p:nvPr/>
        </p:nvSpPr>
        <p:spPr>
          <a:xfrm>
            <a:off x="912495" y="4725035"/>
            <a:ext cx="2298065" cy="476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Jammer policy</a:t>
            </a:r>
            <a:endParaRPr lang="en-US" altLang="zh-CN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TextBox 130"/>
          <p:cNvSpPr txBox="1"/>
          <p:nvPr/>
        </p:nvSpPr>
        <p:spPr>
          <a:xfrm>
            <a:off x="730250" y="4982210"/>
            <a:ext cx="2542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/>
            </a:lvl1pPr>
          </a:lstStyle>
          <a:p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(attack-channel selection)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34440" y="5276215"/>
            <a:ext cx="1321435" cy="73533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4914265" y="708025"/>
            <a:ext cx="4190365" cy="4933950"/>
          </a:xfrm>
          <a:prstGeom prst="rect">
            <a:avLst/>
          </a:prstGeom>
          <a:noFill/>
          <a:ln w="19050" cmpd="sng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5219700" y="813435"/>
            <a:ext cx="3835400" cy="476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Lyapunov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-size controller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19"/>
          <p:cNvSpPr/>
          <p:nvPr>
            <p:custDataLst>
              <p:tags r:id="rId25"/>
            </p:custDataLst>
          </p:nvPr>
        </p:nvSpPr>
        <p:spPr>
          <a:xfrm>
            <a:off x="5041900" y="1372235"/>
            <a:ext cx="1731645" cy="40386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6" name="TextBox 130"/>
          <p:cNvSpPr txBox="1"/>
          <p:nvPr>
            <p:custDataLst>
              <p:tags r:id="rId26"/>
            </p:custDataLst>
          </p:nvPr>
        </p:nvSpPr>
        <p:spPr>
          <a:xfrm>
            <a:off x="4777105" y="1385570"/>
            <a:ext cx="1920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/>
            </a:lvl1pPr>
          </a:lstStyle>
          <a:p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 direction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42710" y="1433195"/>
            <a:ext cx="328295" cy="281940"/>
          </a:xfrm>
          <a:prstGeom prst="rect">
            <a:avLst/>
          </a:prstGeom>
        </p:spPr>
      </p:pic>
      <p:sp>
        <p:nvSpPr>
          <p:cNvPr id="28" name="矩形: 圆角 19"/>
          <p:cNvSpPr/>
          <p:nvPr>
            <p:custDataLst>
              <p:tags r:id="rId29"/>
            </p:custDataLst>
          </p:nvPr>
        </p:nvSpPr>
        <p:spPr>
          <a:xfrm>
            <a:off x="6821170" y="1372235"/>
            <a:ext cx="2160270" cy="40386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0" name="TextBox 130"/>
          <p:cNvSpPr txBox="1"/>
          <p:nvPr>
            <p:custDataLst>
              <p:tags r:id="rId30"/>
            </p:custDataLst>
          </p:nvPr>
        </p:nvSpPr>
        <p:spPr>
          <a:xfrm>
            <a:off x="6688455" y="1385570"/>
            <a:ext cx="2082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/>
            </a:lvl1pPr>
          </a:lstStyle>
          <a:p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Curvature direction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61400" y="1459865"/>
            <a:ext cx="297815" cy="25971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297295" y="5736590"/>
            <a:ext cx="2569210" cy="314325"/>
          </a:xfrm>
          <a:prstGeom prst="rect">
            <a:avLst/>
          </a:prstGeom>
        </p:spPr>
      </p:pic>
      <p:sp>
        <p:nvSpPr>
          <p:cNvPr id="34" name="矩形: 圆角 19"/>
          <p:cNvSpPr/>
          <p:nvPr>
            <p:custDataLst>
              <p:tags r:id="rId33"/>
            </p:custDataLst>
          </p:nvPr>
        </p:nvSpPr>
        <p:spPr>
          <a:xfrm>
            <a:off x="4993640" y="2378075"/>
            <a:ext cx="4061460" cy="45847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130"/>
          <p:cNvSpPr txBox="1"/>
          <p:nvPr>
            <p:custDataLst>
              <p:tags r:id="rId34"/>
            </p:custDataLst>
          </p:nvPr>
        </p:nvSpPr>
        <p:spPr>
          <a:xfrm>
            <a:off x="5143500" y="3260090"/>
            <a:ext cx="3129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/>
            </a:lvl1pPr>
          </a:lstStyle>
          <a:p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second-order drift model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: 圆角 19"/>
          <p:cNvSpPr/>
          <p:nvPr>
            <p:custDataLst>
              <p:tags r:id="rId35"/>
            </p:custDataLst>
          </p:nvPr>
        </p:nvSpPr>
        <p:spPr>
          <a:xfrm>
            <a:off x="5225415" y="3242310"/>
            <a:ext cx="3594100" cy="40386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39" name="TextBox 130"/>
          <p:cNvSpPr txBox="1"/>
          <p:nvPr>
            <p:custDataLst>
              <p:tags r:id="rId36"/>
            </p:custDataLst>
          </p:nvPr>
        </p:nvSpPr>
        <p:spPr>
          <a:xfrm>
            <a:off x="5158740" y="4192905"/>
            <a:ext cx="3565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/>
            </a:lvl1pPr>
          </a:lstStyle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                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adaptively 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two-variable box QP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5678805" y="3935095"/>
            <a:ext cx="28162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Adaptive update module</a:t>
            </a:r>
            <a:endParaRPr lang="zh-C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: 圆角 19"/>
          <p:cNvSpPr/>
          <p:nvPr>
            <p:custDataLst>
              <p:tags r:id="rId37"/>
            </p:custDataLst>
          </p:nvPr>
        </p:nvSpPr>
        <p:spPr>
          <a:xfrm>
            <a:off x="5219700" y="3953510"/>
            <a:ext cx="3594100" cy="88519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269355" y="4240530"/>
            <a:ext cx="842645" cy="293370"/>
          </a:xfrm>
          <a:prstGeom prst="rect">
            <a:avLst/>
          </a:prstGeom>
        </p:spPr>
      </p:pic>
      <p:cxnSp>
        <p:nvCxnSpPr>
          <p:cNvPr id="44" name="直接箭头连接符 43"/>
          <p:cNvCxnSpPr/>
          <p:nvPr>
            <p:custDataLst>
              <p:tags r:id="rId39"/>
            </p:custDataLst>
          </p:nvPr>
        </p:nvCxnSpPr>
        <p:spPr>
          <a:xfrm>
            <a:off x="3425275" y="1264615"/>
            <a:ext cx="1490980" cy="13335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5" name="文本框 44"/>
          <p:cNvSpPr txBox="1"/>
          <p:nvPr/>
        </p:nvSpPr>
        <p:spPr>
          <a:xfrm>
            <a:off x="4392930" y="5709920"/>
            <a:ext cx="203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Joint policy update: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2" name="肘形连接符 331"/>
          <p:cNvCxnSpPr/>
          <p:nvPr/>
        </p:nvCxnSpPr>
        <p:spPr>
          <a:xfrm rot="10800000" flipV="1">
            <a:off x="3865880" y="5641340"/>
            <a:ext cx="5070475" cy="497840"/>
          </a:xfrm>
          <a:prstGeom prst="bentConnector3">
            <a:avLst>
              <a:gd name="adj1" fmla="val -100"/>
            </a:avLst>
          </a:prstGeom>
          <a:ln w="15875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2" name="连接符: 肘形 22"/>
          <p:cNvCxnSpPr/>
          <p:nvPr/>
        </p:nvCxnSpPr>
        <p:spPr>
          <a:xfrm rot="5400000" flipV="1">
            <a:off x="6069013" y="1437323"/>
            <a:ext cx="624205" cy="1286510"/>
          </a:xfrm>
          <a:prstGeom prst="bentConnector3">
            <a:avLst>
              <a:gd name="adj1" fmla="val 33468"/>
            </a:avLst>
          </a:prstGeom>
          <a:ln w="15875">
            <a:solidFill>
              <a:schemeClr val="accent1">
                <a:lumMod val="75000"/>
              </a:schemeClr>
            </a:solidFill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连接符: 肘形 22"/>
          <p:cNvCxnSpPr/>
          <p:nvPr/>
        </p:nvCxnSpPr>
        <p:spPr>
          <a:xfrm rot="10800000" flipV="1">
            <a:off x="7005320" y="1764030"/>
            <a:ext cx="1206500" cy="212090"/>
          </a:xfrm>
          <a:prstGeom prst="bentConnector3">
            <a:avLst>
              <a:gd name="adj1" fmla="val -473"/>
            </a:avLst>
          </a:prstGeom>
          <a:ln w="15875">
            <a:solidFill>
              <a:schemeClr val="accent1">
                <a:lumMod val="75000"/>
              </a:schemeClr>
            </a:solidFill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>
            <p:custDataLst>
              <p:tags r:id="rId40"/>
            </p:custDataLst>
          </p:nvPr>
        </p:nvCxnSpPr>
        <p:spPr>
          <a:xfrm flipH="1">
            <a:off x="7013575" y="2836240"/>
            <a:ext cx="5715" cy="401955"/>
          </a:xfrm>
          <a:prstGeom prst="straightConnector1">
            <a:avLst/>
          </a:prstGeom>
          <a:noFill/>
          <a:ln w="15875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0" name="直接箭头连接符 49"/>
          <p:cNvCxnSpPr/>
          <p:nvPr>
            <p:custDataLst>
              <p:tags r:id="rId41"/>
            </p:custDataLst>
          </p:nvPr>
        </p:nvCxnSpPr>
        <p:spPr>
          <a:xfrm flipH="1">
            <a:off x="7028265" y="3653155"/>
            <a:ext cx="2540" cy="316230"/>
          </a:xfrm>
          <a:prstGeom prst="straightConnector1">
            <a:avLst/>
          </a:prstGeom>
          <a:noFill/>
          <a:ln w="15875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52" name="TextBox 130"/>
          <p:cNvSpPr txBox="1"/>
          <p:nvPr>
            <p:custDataLst>
              <p:tags r:id="rId42"/>
            </p:custDataLst>
          </p:nvPr>
        </p:nvSpPr>
        <p:spPr>
          <a:xfrm>
            <a:off x="5622290" y="5125085"/>
            <a:ext cx="2738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900"/>
            </a:lvl1pPr>
          </a:lstStyle>
          <a:p>
            <a:r>
              <a:rPr lang="en-US" altLang="zh-C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Same-state rate test</a:t>
            </a:r>
            <a:endParaRPr lang="en-US" altLang="zh-C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: 圆角 19"/>
          <p:cNvSpPr/>
          <p:nvPr>
            <p:custDataLst>
              <p:tags r:id="rId43"/>
            </p:custDataLst>
          </p:nvPr>
        </p:nvSpPr>
        <p:spPr>
          <a:xfrm>
            <a:off x="5894070" y="5107305"/>
            <a:ext cx="2136140" cy="40386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cxnSp>
        <p:nvCxnSpPr>
          <p:cNvPr id="55" name="直接箭头连接符 54"/>
          <p:cNvCxnSpPr/>
          <p:nvPr>
            <p:custDataLst>
              <p:tags r:id="rId44"/>
            </p:custDataLst>
          </p:nvPr>
        </p:nvCxnSpPr>
        <p:spPr>
          <a:xfrm flipH="1">
            <a:off x="7007860" y="4832680"/>
            <a:ext cx="1905" cy="270510"/>
          </a:xfrm>
          <a:prstGeom prst="straightConnector1">
            <a:avLst/>
          </a:prstGeom>
          <a:noFill/>
          <a:ln w="15875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57" name="图片 56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234440" y="2848610"/>
            <a:ext cx="1834515" cy="288925"/>
          </a:xfrm>
          <a:prstGeom prst="rect">
            <a:avLst/>
          </a:prstGeom>
        </p:spPr>
      </p:pic>
      <p:cxnSp>
        <p:nvCxnSpPr>
          <p:cNvPr id="58" name="直接箭头连接符 57"/>
          <p:cNvCxnSpPr/>
          <p:nvPr>
            <p:custDataLst>
              <p:tags r:id="rId46"/>
            </p:custDataLst>
          </p:nvPr>
        </p:nvCxnSpPr>
        <p:spPr>
          <a:xfrm>
            <a:off x="1012275" y="2732100"/>
            <a:ext cx="0" cy="459740"/>
          </a:xfrm>
          <a:prstGeom prst="straightConnector1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0" name="肘形连接符 59"/>
          <p:cNvCxnSpPr/>
          <p:nvPr/>
        </p:nvCxnSpPr>
        <p:spPr>
          <a:xfrm rot="16200000" flipV="1">
            <a:off x="2895600" y="2270760"/>
            <a:ext cx="1465580" cy="386715"/>
          </a:xfrm>
          <a:prstGeom prst="bentConnector3">
            <a:avLst>
              <a:gd name="adj1" fmla="val 99978"/>
            </a:avLst>
          </a:prstGeom>
          <a:ln w="15875">
            <a:solidFill>
              <a:schemeClr val="bg2">
                <a:lumMod val="50000"/>
              </a:schemeClr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1" name="图片 60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866515" y="1985010"/>
            <a:ext cx="659765" cy="304165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509520" y="4824095"/>
            <a:ext cx="342265" cy="274955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2576830" y="3415030"/>
            <a:ext cx="293370" cy="229235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149465" y="2057400"/>
            <a:ext cx="923925" cy="236220"/>
          </a:xfrm>
          <a:prstGeom prst="rect">
            <a:avLst/>
          </a:prstGeom>
        </p:spPr>
      </p:pic>
    </p:spTree>
    <p:custDataLst>
      <p:tags r:id="rId5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50"/>
  <p:tag name="KSO_WM_TEMPLATE_CATEGORY" val="custom"/>
  <p:tag name="KSO_WM_TEMPLATE_INDEX" val="20233488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2023348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8"/>
  <p:tag name="KSO_WM_TEMPLATE_THUMBS_INDEX" val="1、9"/>
</p:tagLst>
</file>

<file path=ppt/tags/tag61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62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63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64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65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66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67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68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69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70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71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72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73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74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75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76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77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78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79.xml><?xml version="1.0" encoding="utf-8"?>
<p:tagLst xmlns:p="http://schemas.openxmlformats.org/presentationml/2006/main">
  <p:tag name="KSO_WM_DIAGRAM_VIRTUALLY_FRAME" val="{&quot;height&quot;:169.95,&quot;left&quot;:8.65,&quot;top&quot;:55.75,&quot;width&quot;:702.25}"/>
</p:tagLst>
</file>

<file path=ppt/tags/tag80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81.xml><?xml version="1.0" encoding="utf-8"?>
<p:tagLst xmlns:p="http://schemas.openxmlformats.org/presentationml/2006/main">
  <p:tag name="KSO_WM_DIAGRAM_VIRTUALLY_FRAME" val="{&quot;height&quot;:169.95,&quot;left&quot;:8.65,&quot;top&quot;:55.75,&quot;width&quot;:702.25}"/>
</p:tagLst>
</file>

<file path=ppt/tags/tag82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83.xml><?xml version="1.0" encoding="utf-8"?>
<p:tagLst xmlns:p="http://schemas.openxmlformats.org/presentationml/2006/main">
  <p:tag name="KSO_WM_DIAGRAM_VIRTUALLY_FRAME" val="{&quot;height&quot;:169.95,&quot;left&quot;:8.65,&quot;top&quot;:55.75,&quot;width&quot;:702.25}"/>
</p:tagLst>
</file>

<file path=ppt/tags/tag84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85.xml><?xml version="1.0" encoding="utf-8"?>
<p:tagLst xmlns:p="http://schemas.openxmlformats.org/presentationml/2006/main">
  <p:tag name="KSO_WM_DIAGRAM_VIRTUALLY_FRAME" val="{&quot;height&quot;:169.95,&quot;left&quot;:8.65,&quot;top&quot;:55.75,&quot;width&quot;:702.25}"/>
</p:tagLst>
</file>

<file path=ppt/tags/tag86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87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88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89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90.xml><?xml version="1.0" encoding="utf-8"?>
<p:tagLst xmlns:p="http://schemas.openxmlformats.org/presentationml/2006/main">
  <p:tag name="KSO_WM_DIAGRAM_VIRTUALLY_FRAME" val="{&quot;height&quot;:169.95,&quot;left&quot;:8.65,&quot;top&quot;:55.75,&quot;width&quot;:702.25}"/>
</p:tagLst>
</file>

<file path=ppt/tags/tag91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92.xml><?xml version="1.0" encoding="utf-8"?>
<p:tagLst xmlns:p="http://schemas.openxmlformats.org/presentationml/2006/main">
  <p:tag name="KSO_WM_DIAGRAM_VIRTUALLY_FRAME" val="{&quot;height&quot;:169.95,&quot;left&quot;:5.15,&quot;top&quot;:55.75,&quot;width&quot;:705.75}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8"/>
</p:tagLst>
</file>

<file path=ppt/tags/tag94.xml><?xml version="1.0" encoding="utf-8"?>
<p:tagLst xmlns:p="http://schemas.openxmlformats.org/presentationml/2006/main">
  <p:tag name="COMMONDATA" val="eyJoZGlkIjoiN2ZkN2U0NTE2ZWZjNGNkOGYwMTY5ODIwZjEyYjUxNGMifQ=="/>
  <p:tag name="commondata" val="eyJoZGlkIjoiY2VmZmFlNjljZjk3YmY3NDllMjk1ZmFmZjQ1N2UwOWIifQ=="/>
</p:tagLst>
</file>

<file path=ppt/theme/theme1.xml><?xml version="1.0" encoding="utf-8"?>
<a:theme xmlns:a="http://schemas.openxmlformats.org/drawingml/2006/main" name="1_Office 主题​​">
  <a:themeElements>
    <a:clrScheme name="自定义 109">
      <a:dk1>
        <a:srgbClr val="000000"/>
      </a:dk1>
      <a:lt1>
        <a:srgbClr val="FFFFFF"/>
      </a:lt1>
      <a:dk2>
        <a:srgbClr val="44546A"/>
      </a:dk2>
      <a:lt2>
        <a:srgbClr val="FEFEFE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363</Words>
  <Application>WPS 演示</Application>
  <PresentationFormat>全屏显示(4:3)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Times New Roman</vt:lpstr>
      <vt:lpstr>微软雅黑</vt:lpstr>
      <vt:lpstr>Cambria Math</vt:lpstr>
      <vt:lpstr>-apple-system</vt:lpstr>
      <vt:lpstr>Segoe Print</vt:lpstr>
      <vt:lpstr>Arial Black</vt:lpstr>
      <vt:lpstr>Arial Unicode MS</vt:lpstr>
      <vt:lpstr>Calibri</vt:lpstr>
      <vt:lpstr>1_Office 主题​​</vt:lpstr>
      <vt:lpstr>PowerPoint 演示文稿</vt:lpstr>
    </vt:vector>
  </TitlesOfParts>
  <Company>HUST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shimin</dc:creator>
  <cp:lastModifiedBy>EX.LIN</cp:lastModifiedBy>
  <cp:revision>290</cp:revision>
  <cp:lastPrinted>2019-04-15T14:09:00Z</cp:lastPrinted>
  <dcterms:created xsi:type="dcterms:W3CDTF">2018-04-12T03:16:00Z</dcterms:created>
  <dcterms:modified xsi:type="dcterms:W3CDTF">2026-09-02T05:12:04Z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75E6CBE8F4CB4C0EACEDB56AC30B635B_12</vt:lpwstr>
  </property>
  <property fmtid="{D5CDD505-2E9C-101B-9397-08002B2CF9AE}" pid="3" name="KSOProductBuildVer">
    <vt:lpwstr>2052-12.1.0.28043</vt:lpwstr>
  </property>
</Properties>
</file>